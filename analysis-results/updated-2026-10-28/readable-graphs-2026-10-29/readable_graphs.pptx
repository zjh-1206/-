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初始氟含量固定1.0%；曲面和等高线对应同一模型。Z轴75–90%，用于展示实验范围内差异。</a:t>
            </a:r>
          </a:p>
          <a:p>
            <a:r>
              <a:t>图源：用户上传的响应面设计-1.dxpx。原数据、模型和优化设置保持。</a:t>
            </a:r>
          </a:p>
          <a:p>
            <a:r>
              <a:t>PNG图内使用Liberation Serif替代预览；可编辑SVG请求Times New Roman。项目字体继承软件全局偏好。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灰色角落超出实验设计凸包；这部分不作有同等实验支持的预测展示。</a:t>
            </a:r>
          </a:p>
          <a:p>
            <a:r>
              <a:t>图源：用户上传的响应面设计-1.dxpx。原数据、模型和优化设置保持。</a:t>
            </a:r>
          </a:p>
          <a:p>
            <a:r>
              <a:t>PNG图内使用Liberation Serif替代预览；可编辑SVG请求Times New Roman。项目字体继承软件全局偏好。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三个面板采用相同坐标、色标和等高线。圆点表示已测工况位置，色面表示模型预测。</a:t>
            </a:r>
          </a:p>
          <a:p>
            <a:r>
              <a:t>图源：用户上传的响应面设计-1.dxpx。原数据、模型和优化设置保持。</a:t>
            </a:r>
          </a:p>
          <a:p>
            <a:r>
              <a:t>PNG图内使用Liberation Serif替代预览；可编辑SVG请求Times New Roman。项目字体继承软件全局偏好。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使用上传项目保存的2FI模型；当前呈现与原项目对应，没有替换为先前报告的线性模型。</a:t>
            </a:r>
          </a:p>
          <a:p>
            <a:r>
              <a:t>图源：用户上传的响应面设计-1.dxpx。原数据、模型和优化设置保持。</a:t>
            </a:r>
          </a:p>
          <a:p>
            <a:r>
              <a:t>PNG图内使用Liberation Serif替代预览；可编辑SVG请求Times New Roman。项目字体继承软件全局偏好。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相比固定1；曲线为模型条件均值。两面板纵轴尺度不同，斜率本身不表示统计显著性。</a:t>
            </a:r>
          </a:p>
          <a:p>
            <a:r>
              <a:t>图源：用户上传的响应面设计-1.dxpx。原数据、模型和优化设置保持。</a:t>
            </a:r>
          </a:p>
          <a:p>
            <a:r>
              <a:t>PNG图内使用Liberation Serif替代预览；可编辑SVG请求Times New Roman。项目字体继承软件全局偏好。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固定85°C、初始氟1.0%。绿色区域满足模型均值F≥80%、P≤5%，仍需独立重复验证。</a:t>
            </a:r>
          </a:p>
          <a:p>
            <a:r>
              <a:t>图源：用户上传的响应面设计-1.dxpx。原数据、模型和优化设置保持。</a:t>
            </a:r>
          </a:p>
          <a:p>
            <a:r>
              <a:t>PNG图内使用Liberation Serif替代预览；可编辑SVG请求Times New Roman。项目字体继承软件全局偏好。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15384C"/>
                </a:solidFill>
                <a:latin typeface="Microsoft YaHei"/>
              </a:rPr>
              <a:t>温度与相比如何共同影响氟萃取率</a:t>
            </a:r>
          </a:p>
        </p:txBody>
      </p:sp>
      <p:pic>
        <p:nvPicPr>
          <p:cNvPr id="3" name="Picture 2" descr="01_F_surface_C1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47" y="914400"/>
            <a:ext cx="11023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447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86671"/>
                </a:solidFill>
                <a:latin typeface="Microsoft YaHei"/>
              </a:rPr>
              <a:t>初始氟含量固定1.0%；曲面和等高线对应同一模型。Z轴75–90%，用于展示实验范围内差异。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15384C"/>
                </a:solidFill>
                <a:latin typeface="Microsoft YaHei"/>
              </a:rPr>
              <a:t>初始氟含量0.8%：恢复完整因素范围</a:t>
            </a:r>
          </a:p>
        </p:txBody>
      </p:sp>
      <p:pic>
        <p:nvPicPr>
          <p:cNvPr id="3" name="Picture 2" descr="01_F_surface_C0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47" y="914400"/>
            <a:ext cx="11023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447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86671"/>
                </a:solidFill>
                <a:latin typeface="Microsoft YaHei"/>
              </a:rPr>
              <a:t>灰色角落超出实验设计凸包；这部分不作有同等实验支持的预测展示。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15384C"/>
                </a:solidFill>
                <a:latin typeface="Microsoft YaHei"/>
              </a:rPr>
              <a:t>比较三个初始氟水平下的氟萃取趋势</a:t>
            </a:r>
          </a:p>
        </p:txBody>
      </p:sp>
      <p:pic>
        <p:nvPicPr>
          <p:cNvPr id="3" name="Picture 2" descr="02_F_three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1170431"/>
            <a:ext cx="11704320" cy="4608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447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86671"/>
                </a:solidFill>
                <a:latin typeface="Microsoft YaHei"/>
              </a:rPr>
              <a:t>三个面板采用相同坐标、色标和等高线。圆点表示已测工况位置，色面表示模型预测。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15384C"/>
                </a:solidFill>
                <a:latin typeface="Microsoft YaHei"/>
              </a:rPr>
              <a:t>相比提高时，也需要关注磷损失</a:t>
            </a:r>
          </a:p>
        </p:txBody>
      </p:sp>
      <p:pic>
        <p:nvPicPr>
          <p:cNvPr id="3" name="Picture 2" descr="02_P_three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1170431"/>
            <a:ext cx="11704320" cy="4608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447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86671"/>
                </a:solidFill>
                <a:latin typeface="Microsoft YaHei"/>
              </a:rPr>
              <a:t>使用上传项目保存的2FI模型；当前呈现与原项目对应，没有替换为先前报告的线性模型。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15384C"/>
                </a:solidFill>
                <a:latin typeface="Microsoft YaHei"/>
              </a:rPr>
              <a:t>温度的作用取决于初始氟含量</a:t>
            </a:r>
          </a:p>
        </p:txBody>
      </p:sp>
      <p:pic>
        <p:nvPicPr>
          <p:cNvPr id="3" name="Picture 2" descr="03_temperature_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87" y="914400"/>
            <a:ext cx="11464119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447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86671"/>
                </a:solidFill>
                <a:latin typeface="Microsoft YaHei"/>
              </a:rPr>
              <a:t>相比固定1；曲线为模型条件均值。两面板纵轴尺度不同，斜率本身不表示统计显著性。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15384C"/>
                </a:solidFill>
                <a:latin typeface="Microsoft YaHei"/>
              </a:rPr>
              <a:t>用同一张图展示氟回收与磷损失的权衡</a:t>
            </a:r>
          </a:p>
        </p:txBody>
      </p:sp>
      <p:pic>
        <p:nvPicPr>
          <p:cNvPr id="3" name="Picture 2" descr="04_FP_phase_ratio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95" y="914400"/>
            <a:ext cx="7365304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447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86671"/>
                </a:solidFill>
                <a:latin typeface="Microsoft YaHei"/>
              </a:rPr>
              <a:t>固定85°C、初始氟1.0%。绿色区域满足模型均值F≥80%、P≤5%，仍需独立重复验证。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